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87" r:id="rId4"/>
    <p:sldId id="288" r:id="rId5"/>
    <p:sldId id="293" r:id="rId6"/>
    <p:sldId id="272" r:id="rId7"/>
    <p:sldId id="265" r:id="rId8"/>
    <p:sldId id="294" r:id="rId9"/>
    <p:sldId id="295" r:id="rId10"/>
    <p:sldId id="296" r:id="rId11"/>
    <p:sldId id="286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73F"/>
    <a:srgbClr val="FF5B50"/>
    <a:srgbClr val="FF5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6507"/>
  </p:normalViewPr>
  <p:slideViewPr>
    <p:cSldViewPr snapToGrid="0" snapToObjects="1">
      <p:cViewPr varScale="1">
        <p:scale>
          <a:sx n="109" d="100"/>
          <a:sy n="109" d="100"/>
        </p:scale>
        <p:origin x="68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83536-F59F-7748-B6BA-69E7083E0607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81A8B-90C7-F648-819C-948C683D6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3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81A8B-90C7-F648-819C-948C683D6A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3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jsref_indexof.asp" TargetMode="External"/><Relationship Id="rId2" Type="http://schemas.openxmlformats.org/officeDocument/2006/relationships/hyperlink" Target="https://www.w3schools.com/js/js_array_methods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74113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76701"/>
            <a:ext cx="12192000" cy="14256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Week 3 - Vue part 3</a:t>
            </a:r>
          </a:p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3E41B6-237B-844C-A18A-587D21F00F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217"/>
          <a:stretch/>
        </p:blipFill>
        <p:spPr>
          <a:xfrm>
            <a:off x="8461828" y="1898486"/>
            <a:ext cx="3535783" cy="42056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01114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looked at using v-for to loop over the contents of an array and dynamically generating list items in our HTML.</a:t>
            </a:r>
          </a:p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saw how we can create an array of objects, in this case variants and using dot notation print out, for example the colour property of each variant</a:t>
            </a: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8F07EB3-7E99-4C40-99E0-5F071E44C0DC}"/>
              </a:ext>
            </a:extLst>
          </p:cNvPr>
          <p:cNvCxnSpPr>
            <a:cxnSpLocks/>
          </p:cNvCxnSpPr>
          <p:nvPr/>
        </p:nvCxnSpPr>
        <p:spPr>
          <a:xfrm>
            <a:off x="6386286" y="3251200"/>
            <a:ext cx="3222171" cy="117565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EAD514-C9A4-E549-8748-0A61687EFF76}"/>
              </a:ext>
            </a:extLst>
          </p:cNvPr>
          <p:cNvCxnSpPr>
            <a:cxnSpLocks/>
          </p:cNvCxnSpPr>
          <p:nvPr/>
        </p:nvCxnSpPr>
        <p:spPr>
          <a:xfrm flipV="1">
            <a:off x="5740401" y="5355771"/>
            <a:ext cx="3360056" cy="16050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79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7666F-AA62-B84C-8A99-8A005D66D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05" y="3947285"/>
            <a:ext cx="7079266" cy="254559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 </a:t>
            </a:r>
            <a:r>
              <a:rPr lang="en-US" sz="6000" spc="60" dirty="0" err="1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cont</a:t>
            </a:r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876"/>
            <a:ext cx="10903857" cy="36906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saw how to create mouse click and mouse over event listeners that in turn could be used to call a method or function from our App code.</a:t>
            </a:r>
          </a:p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were able to use this to crate a basic interactive cart that updated on a button click or changed the image on mouseover</a:t>
            </a: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8F07EB3-7E99-4C40-99E0-5F071E44C0DC}"/>
              </a:ext>
            </a:extLst>
          </p:cNvPr>
          <p:cNvCxnSpPr>
            <a:cxnSpLocks/>
          </p:cNvCxnSpPr>
          <p:nvPr/>
        </p:nvCxnSpPr>
        <p:spPr>
          <a:xfrm flipH="1">
            <a:off x="7888514" y="3251199"/>
            <a:ext cx="907143" cy="8853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EAD514-C9A4-E549-8748-0A61687EFF76}"/>
              </a:ext>
            </a:extLst>
          </p:cNvPr>
          <p:cNvCxnSpPr>
            <a:cxnSpLocks/>
          </p:cNvCxnSpPr>
          <p:nvPr/>
        </p:nvCxnSpPr>
        <p:spPr>
          <a:xfrm flipH="1">
            <a:off x="2714171" y="3693885"/>
            <a:ext cx="4383315" cy="130194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32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4AC3601-5645-734A-A8C6-15F0A877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83242"/>
            <a:ext cx="5751286" cy="32507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 </a:t>
            </a:r>
            <a:r>
              <a:rPr lang="en-US" sz="6000" spc="60" dirty="0" err="1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cont</a:t>
            </a:r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877"/>
            <a:ext cx="10903857" cy="19773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Finally in lesson 7 we looked at style binding, allowing us to create the coloured circles and change the appearance and ‘disabled’ property of the add to cart button based on the </a:t>
            </a:r>
            <a:r>
              <a:rPr lang="en-GB" sz="2400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inStock</a:t>
            </a: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Boolean.</a:t>
            </a: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Sass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376"/>
            <a:ext cx="10903857" cy="4436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 introduced the concept of CSS pre processing with tools such as SASS. This allows better management of large scale CSS systems.</a:t>
            </a:r>
          </a:p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can create variables, </a:t>
            </a:r>
            <a:r>
              <a:rPr lang="en-GB" sz="2400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mixins</a:t>
            </a: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(a bit like functions), conditional logic etc.</a:t>
            </a:r>
          </a:p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files need to be complied out to CSS using either the command line as we will see next week, or one of many freely available SASS compliers.</a:t>
            </a:r>
          </a:p>
          <a:p>
            <a:pPr>
              <a:lnSpc>
                <a:spcPct val="150000"/>
              </a:lnSpc>
            </a:pPr>
            <a:r>
              <a:rPr lang="en-GB" sz="24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VS Code has one you can install too via the extensions window.</a:t>
            </a:r>
          </a:p>
          <a:p>
            <a:pPr>
              <a:lnSpc>
                <a:spcPct val="150000"/>
              </a:lnSpc>
            </a:pP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81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33776"/>
            <a:ext cx="10641612" cy="204776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 will quickly demo the last four lessons, but it is for you to complete these in your own time.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b="1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Remember to understand, not just copy.</a:t>
            </a:r>
            <a:endParaRPr lang="en-GB" b="1" spc="80" dirty="0"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7B7D8A-A3A2-EE42-9547-C41B9B3B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8587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This week lessons 8-11</a:t>
            </a:r>
          </a:p>
        </p:txBody>
      </p:sp>
    </p:spTree>
    <p:extLst>
      <p:ext uri="{BB962C8B-B14F-4D97-AF65-F5344CB8AC3E}">
        <p14:creationId xmlns:p14="http://schemas.microsoft.com/office/powerpoint/2010/main" val="318807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Lesson 8 </a:t>
            </a:r>
            <a:r>
              <a:rPr lang="en-US" sz="4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82" y="1544008"/>
            <a:ext cx="9608127" cy="11576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Computed properties – in stock / out of stock</a:t>
            </a: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C66B8C-C2F8-AC4B-8B01-64CC634D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23" y="2860675"/>
            <a:ext cx="5454177" cy="36322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1CE5AE-1DA8-5A48-B17B-6DEC5052A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199" y="2860675"/>
            <a:ext cx="5454177" cy="363219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72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Lesson 9 </a:t>
            </a:r>
            <a:r>
              <a:rPr lang="en-US" sz="4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82" y="1544008"/>
            <a:ext cx="10515600" cy="13255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2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Components and props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Make sure you have es6-string-html extension in VS Code</a:t>
            </a:r>
            <a:endParaRPr lang="en-GB" sz="22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AE28AD-75E4-EC47-B178-A62482442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90098"/>
            <a:ext cx="8562811" cy="214795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D43995-1376-6C49-9AA8-8D09AC5695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92" r="20608"/>
          <a:stretch/>
        </p:blipFill>
        <p:spPr>
          <a:xfrm>
            <a:off x="9564912" y="2990098"/>
            <a:ext cx="2307773" cy="168975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536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Lesson 10 </a:t>
            </a:r>
            <a:r>
              <a:rPr lang="en-US" sz="4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82" y="1544007"/>
            <a:ext cx="9608127" cy="16747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Communicating events – adding actual items to the cart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coding challenge is quite hard on this one so don’t feel bad if you can’t manage it,</a:t>
            </a: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13AEB-ED3D-5640-96AF-330916A6E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3218771"/>
            <a:ext cx="8563429" cy="344827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40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Lesson 11  - for the keen</a:t>
            </a:r>
            <a:endParaRPr lang="en-US" sz="4000" spc="60" dirty="0">
              <a:solidFill>
                <a:srgbClr val="D3473F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3314" y="1536245"/>
            <a:ext cx="7649029" cy="49566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Create a form for users to add product reviews.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is challenging, but follow it slowly and you’ll get there.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Once you have completed all of these lessons I would recommend reviewing them a few times to consolidate understanding.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You may need to read up on JS arrays, push and slice and </a:t>
            </a:r>
            <a:r>
              <a:rPr lang="en-GB" sz="20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indexOf</a:t>
            </a: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for example.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https://www.w3schools.com/js/js_array_methods.asp</a:t>
            </a:r>
            <a:endParaRPr lang="en-GB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  <a:hlinkClick r:id="rId3"/>
              </a:rPr>
              <a:t>https://www.w3schools.com/jsref/jsref_indexof.asp</a:t>
            </a:r>
            <a:endParaRPr lang="en-GB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E6170A-BE63-4948-8BEA-3D50DB30C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14" y="1536246"/>
            <a:ext cx="3112302" cy="49566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157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Labs </a:t>
            </a:r>
            <a:r>
              <a:rPr lang="en-US" sz="6000" spc="6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/ homework</a:t>
            </a:r>
            <a:endParaRPr lang="en-US" sz="6000" spc="60" dirty="0">
              <a:solidFill>
                <a:srgbClr val="D3473F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Make sure you complete up to the end of lesson of 10 by next week.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Do as I have been doing, create a new version and folder for each lesson in case it all goes wrong 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By the end of this week you should have 9 lesson folders over 3 weeks.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6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5B50">
                <a:alpha val="83137"/>
              </a:srgbClr>
            </a:gs>
            <a:gs pos="41000">
              <a:srgbClr val="FF574B">
                <a:lumMod val="87000"/>
                <a:lumOff val="13000"/>
              </a:srgbClr>
            </a:gs>
            <a:gs pos="100000">
              <a:srgbClr val="FF574B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7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495</Words>
  <Application>Microsoft Macintosh PowerPoint</Application>
  <PresentationFormat>Widescreen</PresentationFormat>
  <Paragraphs>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American Typewriter</vt:lpstr>
      <vt:lpstr>Aptos</vt:lpstr>
      <vt:lpstr>Arial</vt:lpstr>
      <vt:lpstr>Calibri</vt:lpstr>
      <vt:lpstr>Calibri Light</vt:lpstr>
      <vt:lpstr>HELVETICA NEUE LIGHT</vt:lpstr>
      <vt:lpstr>HELVETICA NEUE LIGHT</vt:lpstr>
      <vt:lpstr>Helvetica Neue Thin</vt:lpstr>
      <vt:lpstr>Office Theme</vt:lpstr>
      <vt:lpstr>COMP 1842</vt:lpstr>
      <vt:lpstr>Recap</vt:lpstr>
      <vt:lpstr>Recap cont…</vt:lpstr>
      <vt:lpstr>Recap cont…</vt:lpstr>
      <vt:lpstr>Sass</vt:lpstr>
      <vt:lpstr>This week lessons 8-11</vt:lpstr>
      <vt:lpstr>Lesson 8 demo</vt:lpstr>
      <vt:lpstr>Lesson 9 demo</vt:lpstr>
      <vt:lpstr>Lesson 10 demo</vt:lpstr>
      <vt:lpstr>Lesson 11  - for the keen</vt:lpstr>
      <vt:lpstr>Labs / homework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74</cp:revision>
  <dcterms:created xsi:type="dcterms:W3CDTF">2020-06-28T01:46:05Z</dcterms:created>
  <dcterms:modified xsi:type="dcterms:W3CDTF">2025-01-27T14:54:24Z</dcterms:modified>
</cp:coreProperties>
</file>